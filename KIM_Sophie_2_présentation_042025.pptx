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3" r:id="rId4"/>
    <p:sldId id="264" r:id="rId5"/>
    <p:sldId id="267" r:id="rId6"/>
    <p:sldId id="265" r:id="rId7"/>
    <p:sldId id="258" r:id="rId8"/>
    <p:sldId id="259" r:id="rId9"/>
    <p:sldId id="260" r:id="rId10"/>
    <p:sldId id="270" r:id="rId11"/>
    <p:sldId id="272" r:id="rId12"/>
    <p:sldId id="273" r:id="rId13"/>
    <p:sldId id="274" r:id="rId14"/>
    <p:sldId id="261" r:id="rId15"/>
    <p:sldId id="262" r:id="rId16"/>
    <p:sldId id="271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Segoe UI Semilight" panose="020B0402040204020203" pitchFamily="34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4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52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8E65A3-2B84-42DE-940C-D9070902F5B9}" type="doc">
      <dgm:prSet loTypeId="urn:microsoft.com/office/officeart/2005/8/layout/chevron1" loCatId="process" qsTypeId="urn:microsoft.com/office/officeart/2005/8/quickstyle/simple1" qsCatId="simple" csTypeId="urn:microsoft.com/office/officeart/2005/8/colors/colorful3" csCatId="colorful" phldr="1"/>
      <dgm:spPr/>
    </dgm:pt>
    <dgm:pt modelId="{AF75E723-9A73-421F-8550-83AD52E9CE09}">
      <dgm:prSet phldrT="[Texte]" custT="1"/>
      <dgm:spPr/>
      <dgm:t>
        <a:bodyPr/>
        <a:lstStyle/>
        <a:p>
          <a:r>
            <a:rPr lang="fr-FR" sz="1000" b="1" dirty="0" err="1">
              <a:latin typeface="Segoe UI Semilight" panose="020B0402040204020203" pitchFamily="34" charset="0"/>
              <a:cs typeface="Segoe UI Semilight" panose="020B0402040204020203" pitchFamily="34" charset="0"/>
            </a:rPr>
            <a:t>Datasets</a:t>
          </a:r>
          <a:endParaRPr lang="en-GB" sz="1000" b="1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716E7360-E4C1-423A-8E89-11B2B29A674A}" type="parTrans" cxnId="{BA5A7A9F-F634-4671-9578-30D8FA714E7F}">
      <dgm:prSet/>
      <dgm:spPr/>
      <dgm:t>
        <a:bodyPr/>
        <a:lstStyle/>
        <a:p>
          <a:endParaRPr lang="en-GB" sz="1000" b="1"/>
        </a:p>
      </dgm:t>
    </dgm:pt>
    <dgm:pt modelId="{8EBFE40E-01E1-47E0-8720-8433788ED42F}" type="sibTrans" cxnId="{BA5A7A9F-F634-4671-9578-30D8FA714E7F}">
      <dgm:prSet/>
      <dgm:spPr/>
      <dgm:t>
        <a:bodyPr/>
        <a:lstStyle/>
        <a:p>
          <a:endParaRPr lang="en-GB" sz="1000" b="1"/>
        </a:p>
      </dgm:t>
    </dgm:pt>
    <dgm:pt modelId="{E503B068-C0B1-4E1F-AD07-8E949ABF8140}">
      <dgm:prSet phldrT="[Texte]" custT="1"/>
      <dgm:spPr/>
      <dgm:t>
        <a:bodyPr/>
        <a:lstStyle/>
        <a:p>
          <a:r>
            <a:rPr lang="fr-FR" sz="1000" b="1" dirty="0">
              <a:latin typeface="Segoe UI Semilight" panose="020B0402040204020203" pitchFamily="34" charset="0"/>
              <a:cs typeface="Segoe UI Semilight" panose="020B0402040204020203" pitchFamily="34" charset="0"/>
            </a:rPr>
            <a:t>Analyses exploratoires</a:t>
          </a:r>
          <a:endParaRPr lang="en-GB" sz="1000" b="1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5A054B66-71C1-453D-BBFA-30F95947B1A3}" type="parTrans" cxnId="{090529AD-7430-4876-877D-1176FC429271}">
      <dgm:prSet/>
      <dgm:spPr/>
      <dgm:t>
        <a:bodyPr/>
        <a:lstStyle/>
        <a:p>
          <a:endParaRPr lang="en-GB" sz="1000" b="1"/>
        </a:p>
      </dgm:t>
    </dgm:pt>
    <dgm:pt modelId="{42A8A009-898A-49F0-81AD-BBBADB827C23}" type="sibTrans" cxnId="{090529AD-7430-4876-877D-1176FC429271}">
      <dgm:prSet/>
      <dgm:spPr/>
      <dgm:t>
        <a:bodyPr/>
        <a:lstStyle/>
        <a:p>
          <a:endParaRPr lang="en-GB" sz="1000" b="1"/>
        </a:p>
      </dgm:t>
    </dgm:pt>
    <dgm:pt modelId="{D94CB645-9CE7-4178-B394-41A1DB287FB6}">
      <dgm:prSet phldrT="[Texte]" custT="1"/>
      <dgm:spPr/>
      <dgm:t>
        <a:bodyPr/>
        <a:lstStyle/>
        <a:p>
          <a:r>
            <a:rPr lang="fr-FR" sz="1000" b="1" dirty="0">
              <a:latin typeface="Segoe UI Semilight" panose="020B0402040204020203" pitchFamily="34" charset="0"/>
              <a:cs typeface="Segoe UI Semilight" panose="020B0402040204020203" pitchFamily="34" charset="0"/>
            </a:rPr>
            <a:t>Gestion des incohérences</a:t>
          </a:r>
          <a:endParaRPr lang="en-GB" sz="1000" b="1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A1327C45-DF81-421F-984E-ADE53CA242DC}" type="parTrans" cxnId="{D1C31921-A741-49FF-A7EA-9328FA71BAF7}">
      <dgm:prSet/>
      <dgm:spPr/>
      <dgm:t>
        <a:bodyPr/>
        <a:lstStyle/>
        <a:p>
          <a:endParaRPr lang="en-GB" sz="1000" b="1"/>
        </a:p>
      </dgm:t>
    </dgm:pt>
    <dgm:pt modelId="{2E1D8C11-167F-472B-B27B-39D83EACA211}" type="sibTrans" cxnId="{D1C31921-A741-49FF-A7EA-9328FA71BAF7}">
      <dgm:prSet/>
      <dgm:spPr/>
      <dgm:t>
        <a:bodyPr/>
        <a:lstStyle/>
        <a:p>
          <a:endParaRPr lang="en-GB" sz="1000" b="1"/>
        </a:p>
      </dgm:t>
    </dgm:pt>
    <dgm:pt modelId="{76C814BE-A17B-4DFA-AD6C-ED72FCB77466}">
      <dgm:prSet phldrT="[Texte]" custT="1"/>
      <dgm:spPr/>
      <dgm:t>
        <a:bodyPr/>
        <a:lstStyle/>
        <a:p>
          <a:r>
            <a:rPr lang="fr-FR" sz="1000" b="1" dirty="0">
              <a:latin typeface="Segoe UI Semilight" panose="020B0402040204020203" pitchFamily="34" charset="0"/>
              <a:cs typeface="Segoe UI Semilight" panose="020B0402040204020203" pitchFamily="34" charset="0"/>
            </a:rPr>
            <a:t>Fusion des tables</a:t>
          </a:r>
          <a:endParaRPr lang="en-GB" sz="1000" b="1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C97C989F-35B2-4E6A-AD13-C41E840583E5}" type="parTrans" cxnId="{DB79DAEB-DBB7-4F34-9FC9-D34DB1238991}">
      <dgm:prSet/>
      <dgm:spPr/>
      <dgm:t>
        <a:bodyPr/>
        <a:lstStyle/>
        <a:p>
          <a:endParaRPr lang="en-GB" sz="1000" b="1"/>
        </a:p>
      </dgm:t>
    </dgm:pt>
    <dgm:pt modelId="{CF9951CA-B0CA-4A14-AE5E-162F9CF00A00}" type="sibTrans" cxnId="{DB79DAEB-DBB7-4F34-9FC9-D34DB1238991}">
      <dgm:prSet/>
      <dgm:spPr/>
      <dgm:t>
        <a:bodyPr/>
        <a:lstStyle/>
        <a:p>
          <a:endParaRPr lang="en-GB" sz="1000" b="1"/>
        </a:p>
      </dgm:t>
    </dgm:pt>
    <dgm:pt modelId="{2E8E0F0F-9E36-402D-AE76-920E8C99FCF4}">
      <dgm:prSet phldrT="[Texte]" custT="1"/>
      <dgm:spPr/>
      <dgm:t>
        <a:bodyPr/>
        <a:lstStyle/>
        <a:p>
          <a:r>
            <a:rPr lang="fr-FR" sz="1000" b="1" dirty="0">
              <a:latin typeface="Segoe UI Semilight" panose="020B0402040204020203" pitchFamily="34" charset="0"/>
              <a:cs typeface="Segoe UI Semilight" panose="020B0402040204020203" pitchFamily="34" charset="0"/>
            </a:rPr>
            <a:t>Analyses statistiques et graphiques</a:t>
          </a:r>
          <a:endParaRPr lang="en-GB" sz="1000" b="1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BC3F1B2D-6C94-4690-9294-7C3B5AA68256}" type="parTrans" cxnId="{9B0E3B9F-1A6B-41A8-A5D0-915DFDA98FD0}">
      <dgm:prSet/>
      <dgm:spPr/>
      <dgm:t>
        <a:bodyPr/>
        <a:lstStyle/>
        <a:p>
          <a:endParaRPr lang="en-GB" sz="1000" b="1"/>
        </a:p>
      </dgm:t>
    </dgm:pt>
    <dgm:pt modelId="{CFFCED5F-7C09-46CA-96A9-468440CD6366}" type="sibTrans" cxnId="{9B0E3B9F-1A6B-41A8-A5D0-915DFDA98FD0}">
      <dgm:prSet/>
      <dgm:spPr/>
      <dgm:t>
        <a:bodyPr/>
        <a:lstStyle/>
        <a:p>
          <a:endParaRPr lang="en-GB" sz="1000" b="1"/>
        </a:p>
      </dgm:t>
    </dgm:pt>
    <dgm:pt modelId="{D57A4C3F-FA6C-4549-B7C4-C61EF1C63B57}">
      <dgm:prSet phldrT="[Texte]" custT="1"/>
      <dgm:spPr/>
      <dgm:t>
        <a:bodyPr/>
        <a:lstStyle/>
        <a:p>
          <a:r>
            <a:rPr lang="fr-FR" sz="1000" b="1" dirty="0">
              <a:latin typeface="Segoe UI Semilight" panose="020B0402040204020203" pitchFamily="34" charset="0"/>
              <a:cs typeface="Segoe UI Semilight" panose="020B0402040204020203" pitchFamily="34" charset="0"/>
            </a:rPr>
            <a:t>Insights</a:t>
          </a:r>
          <a:endParaRPr lang="en-GB" sz="1000" b="1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B70E841E-C691-4448-9955-2102BF78717B}" type="parTrans" cxnId="{9562F7F6-13F2-44A4-AE14-9A30A64F0830}">
      <dgm:prSet/>
      <dgm:spPr/>
      <dgm:t>
        <a:bodyPr/>
        <a:lstStyle/>
        <a:p>
          <a:endParaRPr lang="en-GB" sz="1000" b="1"/>
        </a:p>
      </dgm:t>
    </dgm:pt>
    <dgm:pt modelId="{206C8CFF-6B1F-4F08-AE0A-5A5E3EF45813}" type="sibTrans" cxnId="{9562F7F6-13F2-44A4-AE14-9A30A64F0830}">
      <dgm:prSet/>
      <dgm:spPr/>
      <dgm:t>
        <a:bodyPr/>
        <a:lstStyle/>
        <a:p>
          <a:endParaRPr lang="en-GB" sz="1000" b="1"/>
        </a:p>
      </dgm:t>
    </dgm:pt>
    <dgm:pt modelId="{499EA622-0FA6-4289-BA1F-C88C1DF1D74E}">
      <dgm:prSet phldrT="[Texte]" custT="1"/>
      <dgm:spPr/>
      <dgm:t>
        <a:bodyPr/>
        <a:lstStyle/>
        <a:p>
          <a:r>
            <a:rPr lang="fr-FR" sz="1000" b="1" dirty="0">
              <a:latin typeface="Segoe UI Semilight" panose="020B0402040204020203" pitchFamily="34" charset="0"/>
              <a:cs typeface="Segoe UI Semilight" panose="020B0402040204020203" pitchFamily="34" charset="0"/>
            </a:rPr>
            <a:t>Actions</a:t>
          </a:r>
          <a:endParaRPr lang="en-GB" sz="1000" b="1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C5A4F957-91B7-4FB5-8D10-D4A321A16778}" type="parTrans" cxnId="{7E18BB05-DFB6-4A44-A8E3-485C7C25A724}">
      <dgm:prSet/>
      <dgm:spPr/>
      <dgm:t>
        <a:bodyPr/>
        <a:lstStyle/>
        <a:p>
          <a:endParaRPr lang="en-GB" sz="1000" b="1"/>
        </a:p>
      </dgm:t>
    </dgm:pt>
    <dgm:pt modelId="{1453D8FB-2136-4A45-AF9C-0742663B92E6}" type="sibTrans" cxnId="{7E18BB05-DFB6-4A44-A8E3-485C7C25A724}">
      <dgm:prSet/>
      <dgm:spPr/>
      <dgm:t>
        <a:bodyPr/>
        <a:lstStyle/>
        <a:p>
          <a:endParaRPr lang="en-GB" sz="1000" b="1"/>
        </a:p>
      </dgm:t>
    </dgm:pt>
    <dgm:pt modelId="{E5442E64-EF58-4531-854F-7172D6542463}" type="pres">
      <dgm:prSet presAssocID="{D88E65A3-2B84-42DE-940C-D9070902F5B9}" presName="Name0" presStyleCnt="0">
        <dgm:presLayoutVars>
          <dgm:dir/>
          <dgm:animLvl val="lvl"/>
          <dgm:resizeHandles val="exact"/>
        </dgm:presLayoutVars>
      </dgm:prSet>
      <dgm:spPr/>
    </dgm:pt>
    <dgm:pt modelId="{A87604ED-DBA0-4E26-9735-10832CE9538B}" type="pres">
      <dgm:prSet presAssocID="{AF75E723-9A73-421F-8550-83AD52E9CE09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11D60401-6636-418F-8272-C67F29A924C5}" type="pres">
      <dgm:prSet presAssocID="{8EBFE40E-01E1-47E0-8720-8433788ED42F}" presName="parTxOnlySpace" presStyleCnt="0"/>
      <dgm:spPr/>
    </dgm:pt>
    <dgm:pt modelId="{F28D6C3D-6D4E-462D-A95D-558171218644}" type="pres">
      <dgm:prSet presAssocID="{E503B068-C0B1-4E1F-AD07-8E949ABF8140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7BA34129-945E-410A-BB3B-8C13CE588775}" type="pres">
      <dgm:prSet presAssocID="{42A8A009-898A-49F0-81AD-BBBADB827C23}" presName="parTxOnlySpace" presStyleCnt="0"/>
      <dgm:spPr/>
    </dgm:pt>
    <dgm:pt modelId="{9FFC145E-C4A3-4F93-A9D9-7EE79C98230A}" type="pres">
      <dgm:prSet presAssocID="{D94CB645-9CE7-4178-B394-41A1DB287FB6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E38D3408-7214-46CE-8F54-1861431254ED}" type="pres">
      <dgm:prSet presAssocID="{2E1D8C11-167F-472B-B27B-39D83EACA211}" presName="parTxOnlySpace" presStyleCnt="0"/>
      <dgm:spPr/>
    </dgm:pt>
    <dgm:pt modelId="{AC94B24F-1973-4D7B-996E-5B65BD8F7BC8}" type="pres">
      <dgm:prSet presAssocID="{76C814BE-A17B-4DFA-AD6C-ED72FCB77466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D4E45413-C6F9-4FD6-82B6-4081BB551C1D}" type="pres">
      <dgm:prSet presAssocID="{CF9951CA-B0CA-4A14-AE5E-162F9CF00A00}" presName="parTxOnlySpace" presStyleCnt="0"/>
      <dgm:spPr/>
    </dgm:pt>
    <dgm:pt modelId="{BB05EAD6-62D2-42C8-8D58-55EF9E484F84}" type="pres">
      <dgm:prSet presAssocID="{2E8E0F0F-9E36-402D-AE76-920E8C99FCF4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25B9D969-02B3-4B86-8270-DD07B649B95A}" type="pres">
      <dgm:prSet presAssocID="{CFFCED5F-7C09-46CA-96A9-468440CD6366}" presName="parTxOnlySpace" presStyleCnt="0"/>
      <dgm:spPr/>
    </dgm:pt>
    <dgm:pt modelId="{400DBBCC-08EA-4C3D-86D9-9C6F7AE9D299}" type="pres">
      <dgm:prSet presAssocID="{D57A4C3F-FA6C-4549-B7C4-C61EF1C63B57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48550650-0CAD-45CB-9474-32AB994AF8EE}" type="pres">
      <dgm:prSet presAssocID="{206C8CFF-6B1F-4F08-AE0A-5A5E3EF45813}" presName="parTxOnlySpace" presStyleCnt="0"/>
      <dgm:spPr/>
    </dgm:pt>
    <dgm:pt modelId="{DE91370D-8455-480F-AA6C-85706724826B}" type="pres">
      <dgm:prSet presAssocID="{499EA622-0FA6-4289-BA1F-C88C1DF1D74E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635F2504-7B99-4DF3-AB89-93D6608B1AEC}" type="presOf" srcId="{2E8E0F0F-9E36-402D-AE76-920E8C99FCF4}" destId="{BB05EAD6-62D2-42C8-8D58-55EF9E484F84}" srcOrd="0" destOrd="0" presId="urn:microsoft.com/office/officeart/2005/8/layout/chevron1"/>
    <dgm:cxn modelId="{7E18BB05-DFB6-4A44-A8E3-485C7C25A724}" srcId="{D88E65A3-2B84-42DE-940C-D9070902F5B9}" destId="{499EA622-0FA6-4289-BA1F-C88C1DF1D74E}" srcOrd="6" destOrd="0" parTransId="{C5A4F957-91B7-4FB5-8D10-D4A321A16778}" sibTransId="{1453D8FB-2136-4A45-AF9C-0742663B92E6}"/>
    <dgm:cxn modelId="{D1C31921-A741-49FF-A7EA-9328FA71BAF7}" srcId="{D88E65A3-2B84-42DE-940C-D9070902F5B9}" destId="{D94CB645-9CE7-4178-B394-41A1DB287FB6}" srcOrd="2" destOrd="0" parTransId="{A1327C45-DF81-421F-984E-ADE53CA242DC}" sibTransId="{2E1D8C11-167F-472B-B27B-39D83EACA211}"/>
    <dgm:cxn modelId="{2C2F183C-BFEA-42BA-BD11-872B7C861397}" type="presOf" srcId="{D88E65A3-2B84-42DE-940C-D9070902F5B9}" destId="{E5442E64-EF58-4531-854F-7172D6542463}" srcOrd="0" destOrd="0" presId="urn:microsoft.com/office/officeart/2005/8/layout/chevron1"/>
    <dgm:cxn modelId="{F72D6C61-99D1-4C77-A885-A920C4560644}" type="presOf" srcId="{76C814BE-A17B-4DFA-AD6C-ED72FCB77466}" destId="{AC94B24F-1973-4D7B-996E-5B65BD8F7BC8}" srcOrd="0" destOrd="0" presId="urn:microsoft.com/office/officeart/2005/8/layout/chevron1"/>
    <dgm:cxn modelId="{CD6EAB6E-1D82-401D-A04A-6002A7059BAF}" type="presOf" srcId="{D94CB645-9CE7-4178-B394-41A1DB287FB6}" destId="{9FFC145E-C4A3-4F93-A9D9-7EE79C98230A}" srcOrd="0" destOrd="0" presId="urn:microsoft.com/office/officeart/2005/8/layout/chevron1"/>
    <dgm:cxn modelId="{99DF8386-B813-46BA-A320-91FE2618670B}" type="presOf" srcId="{AF75E723-9A73-421F-8550-83AD52E9CE09}" destId="{A87604ED-DBA0-4E26-9735-10832CE9538B}" srcOrd="0" destOrd="0" presId="urn:microsoft.com/office/officeart/2005/8/layout/chevron1"/>
    <dgm:cxn modelId="{9B0E3B9F-1A6B-41A8-A5D0-915DFDA98FD0}" srcId="{D88E65A3-2B84-42DE-940C-D9070902F5B9}" destId="{2E8E0F0F-9E36-402D-AE76-920E8C99FCF4}" srcOrd="4" destOrd="0" parTransId="{BC3F1B2D-6C94-4690-9294-7C3B5AA68256}" sibTransId="{CFFCED5F-7C09-46CA-96A9-468440CD6366}"/>
    <dgm:cxn modelId="{BA5A7A9F-F634-4671-9578-30D8FA714E7F}" srcId="{D88E65A3-2B84-42DE-940C-D9070902F5B9}" destId="{AF75E723-9A73-421F-8550-83AD52E9CE09}" srcOrd="0" destOrd="0" parTransId="{716E7360-E4C1-423A-8E89-11B2B29A674A}" sibTransId="{8EBFE40E-01E1-47E0-8720-8433788ED42F}"/>
    <dgm:cxn modelId="{090529AD-7430-4876-877D-1176FC429271}" srcId="{D88E65A3-2B84-42DE-940C-D9070902F5B9}" destId="{E503B068-C0B1-4E1F-AD07-8E949ABF8140}" srcOrd="1" destOrd="0" parTransId="{5A054B66-71C1-453D-BBFA-30F95947B1A3}" sibTransId="{42A8A009-898A-49F0-81AD-BBBADB827C23}"/>
    <dgm:cxn modelId="{7B02FDBA-47A3-4CAF-A07D-B0FCF57B97FC}" type="presOf" srcId="{E503B068-C0B1-4E1F-AD07-8E949ABF8140}" destId="{F28D6C3D-6D4E-462D-A95D-558171218644}" srcOrd="0" destOrd="0" presId="urn:microsoft.com/office/officeart/2005/8/layout/chevron1"/>
    <dgm:cxn modelId="{266105BB-2BF8-43BB-A1EF-8FCF6A950CE8}" type="presOf" srcId="{D57A4C3F-FA6C-4549-B7C4-C61EF1C63B57}" destId="{400DBBCC-08EA-4C3D-86D9-9C6F7AE9D299}" srcOrd="0" destOrd="0" presId="urn:microsoft.com/office/officeart/2005/8/layout/chevron1"/>
    <dgm:cxn modelId="{DB79DAEB-DBB7-4F34-9FC9-D34DB1238991}" srcId="{D88E65A3-2B84-42DE-940C-D9070902F5B9}" destId="{76C814BE-A17B-4DFA-AD6C-ED72FCB77466}" srcOrd="3" destOrd="0" parTransId="{C97C989F-35B2-4E6A-AD13-C41E840583E5}" sibTransId="{CF9951CA-B0CA-4A14-AE5E-162F9CF00A00}"/>
    <dgm:cxn modelId="{CED512F4-109E-4C1E-8CBC-440EAEFFA786}" type="presOf" srcId="{499EA622-0FA6-4289-BA1F-C88C1DF1D74E}" destId="{DE91370D-8455-480F-AA6C-85706724826B}" srcOrd="0" destOrd="0" presId="urn:microsoft.com/office/officeart/2005/8/layout/chevron1"/>
    <dgm:cxn modelId="{9562F7F6-13F2-44A4-AE14-9A30A64F0830}" srcId="{D88E65A3-2B84-42DE-940C-D9070902F5B9}" destId="{D57A4C3F-FA6C-4549-B7C4-C61EF1C63B57}" srcOrd="5" destOrd="0" parTransId="{B70E841E-C691-4448-9955-2102BF78717B}" sibTransId="{206C8CFF-6B1F-4F08-AE0A-5A5E3EF45813}"/>
    <dgm:cxn modelId="{973B382D-4123-47D4-B351-034CB7C951BC}" type="presParOf" srcId="{E5442E64-EF58-4531-854F-7172D6542463}" destId="{A87604ED-DBA0-4E26-9735-10832CE9538B}" srcOrd="0" destOrd="0" presId="urn:microsoft.com/office/officeart/2005/8/layout/chevron1"/>
    <dgm:cxn modelId="{3B8A07FE-3AC4-4239-9EFB-963A69EB8E97}" type="presParOf" srcId="{E5442E64-EF58-4531-854F-7172D6542463}" destId="{11D60401-6636-418F-8272-C67F29A924C5}" srcOrd="1" destOrd="0" presId="urn:microsoft.com/office/officeart/2005/8/layout/chevron1"/>
    <dgm:cxn modelId="{D7AA9787-07B1-40B8-AD2B-0A490A2EA80D}" type="presParOf" srcId="{E5442E64-EF58-4531-854F-7172D6542463}" destId="{F28D6C3D-6D4E-462D-A95D-558171218644}" srcOrd="2" destOrd="0" presId="urn:microsoft.com/office/officeart/2005/8/layout/chevron1"/>
    <dgm:cxn modelId="{C370795F-E39B-4204-A059-76A57F9B5ED3}" type="presParOf" srcId="{E5442E64-EF58-4531-854F-7172D6542463}" destId="{7BA34129-945E-410A-BB3B-8C13CE588775}" srcOrd="3" destOrd="0" presId="urn:microsoft.com/office/officeart/2005/8/layout/chevron1"/>
    <dgm:cxn modelId="{3F4A9249-6C76-4B23-8C92-8C2BF697C213}" type="presParOf" srcId="{E5442E64-EF58-4531-854F-7172D6542463}" destId="{9FFC145E-C4A3-4F93-A9D9-7EE79C98230A}" srcOrd="4" destOrd="0" presId="urn:microsoft.com/office/officeart/2005/8/layout/chevron1"/>
    <dgm:cxn modelId="{D109178F-60A2-4911-BDBC-55CA1E869196}" type="presParOf" srcId="{E5442E64-EF58-4531-854F-7172D6542463}" destId="{E38D3408-7214-46CE-8F54-1861431254ED}" srcOrd="5" destOrd="0" presId="urn:microsoft.com/office/officeart/2005/8/layout/chevron1"/>
    <dgm:cxn modelId="{91CFE4A5-49CD-41D5-8626-C8C7F3C16566}" type="presParOf" srcId="{E5442E64-EF58-4531-854F-7172D6542463}" destId="{AC94B24F-1973-4D7B-996E-5B65BD8F7BC8}" srcOrd="6" destOrd="0" presId="urn:microsoft.com/office/officeart/2005/8/layout/chevron1"/>
    <dgm:cxn modelId="{06C8D564-9E1B-4CD9-ABED-924EB20387D5}" type="presParOf" srcId="{E5442E64-EF58-4531-854F-7172D6542463}" destId="{D4E45413-C6F9-4FD6-82B6-4081BB551C1D}" srcOrd="7" destOrd="0" presId="urn:microsoft.com/office/officeart/2005/8/layout/chevron1"/>
    <dgm:cxn modelId="{67C34B74-BD74-4E73-A50C-A273F35548CC}" type="presParOf" srcId="{E5442E64-EF58-4531-854F-7172D6542463}" destId="{BB05EAD6-62D2-42C8-8D58-55EF9E484F84}" srcOrd="8" destOrd="0" presId="urn:microsoft.com/office/officeart/2005/8/layout/chevron1"/>
    <dgm:cxn modelId="{249C7548-C81C-4E2C-84F7-7B8286C2F6CD}" type="presParOf" srcId="{E5442E64-EF58-4531-854F-7172D6542463}" destId="{25B9D969-02B3-4B86-8270-DD07B649B95A}" srcOrd="9" destOrd="0" presId="urn:microsoft.com/office/officeart/2005/8/layout/chevron1"/>
    <dgm:cxn modelId="{58F55017-7F8C-45C9-A19E-0F578C4B3255}" type="presParOf" srcId="{E5442E64-EF58-4531-854F-7172D6542463}" destId="{400DBBCC-08EA-4C3D-86D9-9C6F7AE9D299}" srcOrd="10" destOrd="0" presId="urn:microsoft.com/office/officeart/2005/8/layout/chevron1"/>
    <dgm:cxn modelId="{BD27EEDB-48EA-416D-9A94-1EA971B404E2}" type="presParOf" srcId="{E5442E64-EF58-4531-854F-7172D6542463}" destId="{48550650-0CAD-45CB-9474-32AB994AF8EE}" srcOrd="11" destOrd="0" presId="urn:microsoft.com/office/officeart/2005/8/layout/chevron1"/>
    <dgm:cxn modelId="{873381BF-4B3C-4952-B224-62D115F874EA}" type="presParOf" srcId="{E5442E64-EF58-4531-854F-7172D6542463}" destId="{DE91370D-8455-480F-AA6C-85706724826B}" srcOrd="12" destOrd="0" presId="urn:microsoft.com/office/officeart/2005/8/layout/chevron1"/>
  </dgm:cxnLst>
  <dgm:bg/>
  <dgm:whole>
    <a:ln>
      <a:solidFill>
        <a:srgbClr val="000000"/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A2F261-C408-4B1C-B421-6F978C09137F}" type="doc">
      <dgm:prSet loTypeId="urn:microsoft.com/office/officeart/2009/layout/CircleArrowProcess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3980D44-468E-480C-81FB-F6551D8A216C}">
      <dgm:prSet phldrT="[Texte]" custT="1"/>
      <dgm:spPr/>
      <dgm:t>
        <a:bodyPr/>
        <a:lstStyle/>
        <a:p>
          <a:r>
            <a:rPr lang="fr-FR" sz="1600" b="1" dirty="0">
              <a:latin typeface="Segoe UI Semilight" panose="020B0402040204020203" pitchFamily="34" charset="0"/>
              <a:cs typeface="Segoe UI Semilight" panose="020B0402040204020203" pitchFamily="34" charset="0"/>
            </a:rPr>
            <a:t>ERP</a:t>
          </a:r>
          <a:endParaRPr lang="en-GB" sz="1600" b="1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25ACFE1D-67B8-40AD-ABCD-E42F4B197132}" type="parTrans" cxnId="{8045C6BD-64C3-4B88-9E5F-70DD685217D2}">
      <dgm:prSet/>
      <dgm:spPr/>
      <dgm:t>
        <a:bodyPr/>
        <a:lstStyle/>
        <a:p>
          <a:endParaRPr lang="en-GB" sz="2000" b="1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FE7B3507-DC44-4C2B-8C09-E7A5A6185038}" type="sibTrans" cxnId="{8045C6BD-64C3-4B88-9E5F-70DD685217D2}">
      <dgm:prSet/>
      <dgm:spPr/>
      <dgm:t>
        <a:bodyPr/>
        <a:lstStyle/>
        <a:p>
          <a:endParaRPr lang="en-GB" sz="2000" b="1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DABD42C2-8616-4085-B905-3DD540D99A14}">
      <dgm:prSet phldrT="[Texte]" custT="1"/>
      <dgm:spPr/>
      <dgm:t>
        <a:bodyPr/>
        <a:lstStyle/>
        <a:p>
          <a:r>
            <a:rPr lang="fr-FR" sz="1600" b="1" dirty="0">
              <a:latin typeface="Segoe UI Semilight" panose="020B0402040204020203" pitchFamily="34" charset="0"/>
              <a:cs typeface="Segoe UI Semilight" panose="020B0402040204020203" pitchFamily="34" charset="0"/>
            </a:rPr>
            <a:t>LIAISON</a:t>
          </a:r>
          <a:endParaRPr lang="en-GB" sz="1600" b="1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1C5FB4D1-3EC6-4F0D-AE5A-140B25ED5622}" type="parTrans" cxnId="{E6869861-1EAE-40D5-A1BE-2D9846720645}">
      <dgm:prSet/>
      <dgm:spPr/>
      <dgm:t>
        <a:bodyPr/>
        <a:lstStyle/>
        <a:p>
          <a:endParaRPr lang="en-GB" sz="2000" b="1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84ED7D27-52F2-468A-9BE7-0D02C1E7108E}" type="sibTrans" cxnId="{E6869861-1EAE-40D5-A1BE-2D9846720645}">
      <dgm:prSet/>
      <dgm:spPr/>
      <dgm:t>
        <a:bodyPr/>
        <a:lstStyle/>
        <a:p>
          <a:endParaRPr lang="en-GB" sz="2000" b="1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1790D6D7-237F-4638-8322-3310A1206B1D}">
      <dgm:prSet phldrT="[Texte]" custT="1"/>
      <dgm:spPr/>
      <dgm:t>
        <a:bodyPr/>
        <a:lstStyle/>
        <a:p>
          <a:r>
            <a:rPr lang="fr-FR" sz="1600" b="1" dirty="0">
              <a:latin typeface="Segoe UI Semilight" panose="020B0402040204020203" pitchFamily="34" charset="0"/>
              <a:cs typeface="Segoe UI Semilight" panose="020B0402040204020203" pitchFamily="34" charset="0"/>
            </a:rPr>
            <a:t>WEB</a:t>
          </a:r>
          <a:endParaRPr lang="en-GB" sz="1600" b="1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F2892089-FA61-4C7A-B558-1F2C9280E7FE}" type="parTrans" cxnId="{8E4BE44F-9BD0-4784-94C2-10A791074FDB}">
      <dgm:prSet/>
      <dgm:spPr/>
      <dgm:t>
        <a:bodyPr/>
        <a:lstStyle/>
        <a:p>
          <a:endParaRPr lang="en-GB" sz="2000" b="1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6713E38D-DD47-4589-B0C5-83D60396725D}" type="sibTrans" cxnId="{8E4BE44F-9BD0-4784-94C2-10A791074FDB}">
      <dgm:prSet/>
      <dgm:spPr/>
      <dgm:t>
        <a:bodyPr/>
        <a:lstStyle/>
        <a:p>
          <a:endParaRPr lang="en-GB" sz="2000" b="1">
            <a:latin typeface="Segoe UI Semilight" panose="020B0402040204020203" pitchFamily="34" charset="0"/>
            <a:cs typeface="Segoe UI Semilight" panose="020B0402040204020203" pitchFamily="34" charset="0"/>
          </a:endParaRPr>
        </a:p>
      </dgm:t>
    </dgm:pt>
    <dgm:pt modelId="{DE5F5DC6-C2CB-46F4-8204-57EB1E9CBED3}" type="pres">
      <dgm:prSet presAssocID="{35A2F261-C408-4B1C-B421-6F978C09137F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C6E37B49-84BB-4E06-9493-9E384BD6F31B}" type="pres">
      <dgm:prSet presAssocID="{D3980D44-468E-480C-81FB-F6551D8A216C}" presName="Accent1" presStyleCnt="0"/>
      <dgm:spPr/>
    </dgm:pt>
    <dgm:pt modelId="{E3A20E17-75DC-499E-B9F9-5348106DD060}" type="pres">
      <dgm:prSet presAssocID="{D3980D44-468E-480C-81FB-F6551D8A216C}" presName="Accent" presStyleLbl="node1" presStyleIdx="0" presStyleCnt="3"/>
      <dgm:spPr>
        <a:solidFill>
          <a:srgbClr val="004D40"/>
        </a:solidFill>
      </dgm:spPr>
    </dgm:pt>
    <dgm:pt modelId="{A8ADCE60-AC2A-418C-9043-A6B69450E04B}" type="pres">
      <dgm:prSet presAssocID="{D3980D44-468E-480C-81FB-F6551D8A216C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990AD97A-3504-42F8-960B-99C0DED8CD8B}" type="pres">
      <dgm:prSet presAssocID="{DABD42C2-8616-4085-B905-3DD540D99A14}" presName="Accent2" presStyleCnt="0"/>
      <dgm:spPr/>
    </dgm:pt>
    <dgm:pt modelId="{D37EB631-FB15-4C20-8E0A-9DA3A7C9E769}" type="pres">
      <dgm:prSet presAssocID="{DABD42C2-8616-4085-B905-3DD540D99A14}" presName="Accent" presStyleLbl="node1" presStyleIdx="1" presStyleCnt="3"/>
      <dgm:spPr>
        <a:solidFill>
          <a:srgbClr val="004D40"/>
        </a:solidFill>
      </dgm:spPr>
    </dgm:pt>
    <dgm:pt modelId="{1B880D48-EA99-438D-AEB4-30A153D119E7}" type="pres">
      <dgm:prSet presAssocID="{DABD42C2-8616-4085-B905-3DD540D99A14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4C44EE37-434E-48B6-AD7F-B03F1C393B28}" type="pres">
      <dgm:prSet presAssocID="{1790D6D7-237F-4638-8322-3310A1206B1D}" presName="Accent3" presStyleCnt="0"/>
      <dgm:spPr/>
    </dgm:pt>
    <dgm:pt modelId="{4D4FF3A8-32C4-4E28-A0C8-B3314A113EA2}" type="pres">
      <dgm:prSet presAssocID="{1790D6D7-237F-4638-8322-3310A1206B1D}" presName="Accent" presStyleLbl="node1" presStyleIdx="2" presStyleCnt="3"/>
      <dgm:spPr>
        <a:solidFill>
          <a:srgbClr val="004D40"/>
        </a:solidFill>
      </dgm:spPr>
    </dgm:pt>
    <dgm:pt modelId="{D1C29B6A-0031-4BE1-8D88-28C350022701}" type="pres">
      <dgm:prSet presAssocID="{1790D6D7-237F-4638-8322-3310A1206B1D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CABD3F41-AE1F-4AF3-8D94-98012C402DA5}" type="presOf" srcId="{DABD42C2-8616-4085-B905-3DD540D99A14}" destId="{1B880D48-EA99-438D-AEB4-30A153D119E7}" srcOrd="0" destOrd="0" presId="urn:microsoft.com/office/officeart/2009/layout/CircleArrowProcess"/>
    <dgm:cxn modelId="{E6869861-1EAE-40D5-A1BE-2D9846720645}" srcId="{35A2F261-C408-4B1C-B421-6F978C09137F}" destId="{DABD42C2-8616-4085-B905-3DD540D99A14}" srcOrd="1" destOrd="0" parTransId="{1C5FB4D1-3EC6-4F0D-AE5A-140B25ED5622}" sibTransId="{84ED7D27-52F2-468A-9BE7-0D02C1E7108E}"/>
    <dgm:cxn modelId="{728B1844-BDE3-4FDB-AE8E-09521141F631}" type="presOf" srcId="{D3980D44-468E-480C-81FB-F6551D8A216C}" destId="{A8ADCE60-AC2A-418C-9043-A6B69450E04B}" srcOrd="0" destOrd="0" presId="urn:microsoft.com/office/officeart/2009/layout/CircleArrowProcess"/>
    <dgm:cxn modelId="{8E4BE44F-9BD0-4784-94C2-10A791074FDB}" srcId="{35A2F261-C408-4B1C-B421-6F978C09137F}" destId="{1790D6D7-237F-4638-8322-3310A1206B1D}" srcOrd="2" destOrd="0" parTransId="{F2892089-FA61-4C7A-B558-1F2C9280E7FE}" sibTransId="{6713E38D-DD47-4589-B0C5-83D60396725D}"/>
    <dgm:cxn modelId="{C90041B8-23B3-4E94-A0F5-3CF08B506F5D}" type="presOf" srcId="{35A2F261-C408-4B1C-B421-6F978C09137F}" destId="{DE5F5DC6-C2CB-46F4-8204-57EB1E9CBED3}" srcOrd="0" destOrd="0" presId="urn:microsoft.com/office/officeart/2009/layout/CircleArrowProcess"/>
    <dgm:cxn modelId="{8045C6BD-64C3-4B88-9E5F-70DD685217D2}" srcId="{35A2F261-C408-4B1C-B421-6F978C09137F}" destId="{D3980D44-468E-480C-81FB-F6551D8A216C}" srcOrd="0" destOrd="0" parTransId="{25ACFE1D-67B8-40AD-ABCD-E42F4B197132}" sibTransId="{FE7B3507-DC44-4C2B-8C09-E7A5A6185038}"/>
    <dgm:cxn modelId="{5F6D15CD-A8F3-4775-A702-A98B876E29F8}" type="presOf" srcId="{1790D6D7-237F-4638-8322-3310A1206B1D}" destId="{D1C29B6A-0031-4BE1-8D88-28C350022701}" srcOrd="0" destOrd="0" presId="urn:microsoft.com/office/officeart/2009/layout/CircleArrowProcess"/>
    <dgm:cxn modelId="{44183DBE-F504-42B1-BA8D-5458B1BC7584}" type="presParOf" srcId="{DE5F5DC6-C2CB-46F4-8204-57EB1E9CBED3}" destId="{C6E37B49-84BB-4E06-9493-9E384BD6F31B}" srcOrd="0" destOrd="0" presId="urn:microsoft.com/office/officeart/2009/layout/CircleArrowProcess"/>
    <dgm:cxn modelId="{75D176A2-7E2F-45B4-B900-0C5A63B2B2BC}" type="presParOf" srcId="{C6E37B49-84BB-4E06-9493-9E384BD6F31B}" destId="{E3A20E17-75DC-499E-B9F9-5348106DD060}" srcOrd="0" destOrd="0" presId="urn:microsoft.com/office/officeart/2009/layout/CircleArrowProcess"/>
    <dgm:cxn modelId="{EA97DB25-CD06-4D4C-970F-17C4CD66D213}" type="presParOf" srcId="{DE5F5DC6-C2CB-46F4-8204-57EB1E9CBED3}" destId="{A8ADCE60-AC2A-418C-9043-A6B69450E04B}" srcOrd="1" destOrd="0" presId="urn:microsoft.com/office/officeart/2009/layout/CircleArrowProcess"/>
    <dgm:cxn modelId="{2BC97562-E02C-4D29-B0E2-2FF706929685}" type="presParOf" srcId="{DE5F5DC6-C2CB-46F4-8204-57EB1E9CBED3}" destId="{990AD97A-3504-42F8-960B-99C0DED8CD8B}" srcOrd="2" destOrd="0" presId="urn:microsoft.com/office/officeart/2009/layout/CircleArrowProcess"/>
    <dgm:cxn modelId="{1B634B4B-8EA1-461D-B562-D217B5184232}" type="presParOf" srcId="{990AD97A-3504-42F8-960B-99C0DED8CD8B}" destId="{D37EB631-FB15-4C20-8E0A-9DA3A7C9E769}" srcOrd="0" destOrd="0" presId="urn:microsoft.com/office/officeart/2009/layout/CircleArrowProcess"/>
    <dgm:cxn modelId="{58ED50D1-782D-4457-9287-39861738AFF5}" type="presParOf" srcId="{DE5F5DC6-C2CB-46F4-8204-57EB1E9CBED3}" destId="{1B880D48-EA99-438D-AEB4-30A153D119E7}" srcOrd="3" destOrd="0" presId="urn:microsoft.com/office/officeart/2009/layout/CircleArrowProcess"/>
    <dgm:cxn modelId="{DBD8602B-51C1-4CEC-A022-EAB91160D48F}" type="presParOf" srcId="{DE5F5DC6-C2CB-46F4-8204-57EB1E9CBED3}" destId="{4C44EE37-434E-48B6-AD7F-B03F1C393B28}" srcOrd="4" destOrd="0" presId="urn:microsoft.com/office/officeart/2009/layout/CircleArrowProcess"/>
    <dgm:cxn modelId="{36A9F361-A5EB-4BAD-ADD7-9D614BB8CC56}" type="presParOf" srcId="{4C44EE37-434E-48B6-AD7F-B03F1C393B28}" destId="{4D4FF3A8-32C4-4E28-A0C8-B3314A113EA2}" srcOrd="0" destOrd="0" presId="urn:microsoft.com/office/officeart/2009/layout/CircleArrowProcess"/>
    <dgm:cxn modelId="{797FDF27-843C-428D-93FB-73D64803D75E}" type="presParOf" srcId="{DE5F5DC6-C2CB-46F4-8204-57EB1E9CBED3}" destId="{D1C29B6A-0031-4BE1-8D88-28C350022701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7604ED-DBA0-4E26-9735-10832CE9538B}">
      <dsp:nvSpPr>
        <dsp:cNvPr id="0" name=""/>
        <dsp:cNvSpPr/>
      </dsp:nvSpPr>
      <dsp:spPr>
        <a:xfrm>
          <a:off x="0" y="1813242"/>
          <a:ext cx="1395412" cy="55816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 err="1">
              <a:latin typeface="Segoe UI Semilight" panose="020B0402040204020203" pitchFamily="34" charset="0"/>
              <a:cs typeface="Segoe UI Semilight" panose="020B0402040204020203" pitchFamily="34" charset="0"/>
            </a:rPr>
            <a:t>Datasets</a:t>
          </a:r>
          <a:endParaRPr lang="en-GB" sz="1000" b="1" kern="1200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sp:txBody>
      <dsp:txXfrm>
        <a:off x="279083" y="1813242"/>
        <a:ext cx="837247" cy="558165"/>
      </dsp:txXfrm>
    </dsp:sp>
    <dsp:sp modelId="{F28D6C3D-6D4E-462D-A95D-558171218644}">
      <dsp:nvSpPr>
        <dsp:cNvPr id="0" name=""/>
        <dsp:cNvSpPr/>
      </dsp:nvSpPr>
      <dsp:spPr>
        <a:xfrm>
          <a:off x="1255871" y="1813242"/>
          <a:ext cx="1395412" cy="558165"/>
        </a:xfrm>
        <a:prstGeom prst="chevron">
          <a:avLst/>
        </a:prstGeom>
        <a:solidFill>
          <a:schemeClr val="accent3">
            <a:hueOff val="-1663886"/>
            <a:satOff val="14103"/>
            <a:lumOff val="140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latin typeface="Segoe UI Semilight" panose="020B0402040204020203" pitchFamily="34" charset="0"/>
              <a:cs typeface="Segoe UI Semilight" panose="020B0402040204020203" pitchFamily="34" charset="0"/>
            </a:rPr>
            <a:t>Analyses exploratoires</a:t>
          </a:r>
          <a:endParaRPr lang="en-GB" sz="1000" b="1" kern="1200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sp:txBody>
      <dsp:txXfrm>
        <a:off x="1534954" y="1813242"/>
        <a:ext cx="837247" cy="558165"/>
      </dsp:txXfrm>
    </dsp:sp>
    <dsp:sp modelId="{9FFC145E-C4A3-4F93-A9D9-7EE79C98230A}">
      <dsp:nvSpPr>
        <dsp:cNvPr id="0" name=""/>
        <dsp:cNvSpPr/>
      </dsp:nvSpPr>
      <dsp:spPr>
        <a:xfrm>
          <a:off x="2511742" y="1813242"/>
          <a:ext cx="1395412" cy="558165"/>
        </a:xfrm>
        <a:prstGeom prst="chevron">
          <a:avLst/>
        </a:prstGeom>
        <a:solidFill>
          <a:schemeClr val="accent3">
            <a:hueOff val="-3327773"/>
            <a:satOff val="28205"/>
            <a:lumOff val="281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latin typeface="Segoe UI Semilight" panose="020B0402040204020203" pitchFamily="34" charset="0"/>
              <a:cs typeface="Segoe UI Semilight" panose="020B0402040204020203" pitchFamily="34" charset="0"/>
            </a:rPr>
            <a:t>Gestion des incohérences</a:t>
          </a:r>
          <a:endParaRPr lang="en-GB" sz="1000" b="1" kern="1200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sp:txBody>
      <dsp:txXfrm>
        <a:off x="2790825" y="1813242"/>
        <a:ext cx="837247" cy="558165"/>
      </dsp:txXfrm>
    </dsp:sp>
    <dsp:sp modelId="{AC94B24F-1973-4D7B-996E-5B65BD8F7BC8}">
      <dsp:nvSpPr>
        <dsp:cNvPr id="0" name=""/>
        <dsp:cNvSpPr/>
      </dsp:nvSpPr>
      <dsp:spPr>
        <a:xfrm>
          <a:off x="3767613" y="1813242"/>
          <a:ext cx="1395412" cy="558165"/>
        </a:xfrm>
        <a:prstGeom prst="chevron">
          <a:avLst/>
        </a:prstGeom>
        <a:solidFill>
          <a:schemeClr val="accent3">
            <a:hueOff val="-4991659"/>
            <a:satOff val="42307"/>
            <a:lumOff val="42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latin typeface="Segoe UI Semilight" panose="020B0402040204020203" pitchFamily="34" charset="0"/>
              <a:cs typeface="Segoe UI Semilight" panose="020B0402040204020203" pitchFamily="34" charset="0"/>
            </a:rPr>
            <a:t>Fusion des tables</a:t>
          </a:r>
          <a:endParaRPr lang="en-GB" sz="1000" b="1" kern="1200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sp:txBody>
      <dsp:txXfrm>
        <a:off x="4046696" y="1813242"/>
        <a:ext cx="837247" cy="558165"/>
      </dsp:txXfrm>
    </dsp:sp>
    <dsp:sp modelId="{BB05EAD6-62D2-42C8-8D58-55EF9E484F84}">
      <dsp:nvSpPr>
        <dsp:cNvPr id="0" name=""/>
        <dsp:cNvSpPr/>
      </dsp:nvSpPr>
      <dsp:spPr>
        <a:xfrm>
          <a:off x="5023485" y="1813242"/>
          <a:ext cx="1395412" cy="558165"/>
        </a:xfrm>
        <a:prstGeom prst="chevron">
          <a:avLst/>
        </a:prstGeom>
        <a:solidFill>
          <a:schemeClr val="accent3">
            <a:hueOff val="-6655546"/>
            <a:satOff val="56410"/>
            <a:lumOff val="562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latin typeface="Segoe UI Semilight" panose="020B0402040204020203" pitchFamily="34" charset="0"/>
              <a:cs typeface="Segoe UI Semilight" panose="020B0402040204020203" pitchFamily="34" charset="0"/>
            </a:rPr>
            <a:t>Analyses statistiques et graphiques</a:t>
          </a:r>
          <a:endParaRPr lang="en-GB" sz="1000" b="1" kern="1200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sp:txBody>
      <dsp:txXfrm>
        <a:off x="5302568" y="1813242"/>
        <a:ext cx="837247" cy="558165"/>
      </dsp:txXfrm>
    </dsp:sp>
    <dsp:sp modelId="{400DBBCC-08EA-4C3D-86D9-9C6F7AE9D299}">
      <dsp:nvSpPr>
        <dsp:cNvPr id="0" name=""/>
        <dsp:cNvSpPr/>
      </dsp:nvSpPr>
      <dsp:spPr>
        <a:xfrm>
          <a:off x="6279356" y="1813242"/>
          <a:ext cx="1395412" cy="558165"/>
        </a:xfrm>
        <a:prstGeom prst="chevron">
          <a:avLst/>
        </a:prstGeom>
        <a:solidFill>
          <a:schemeClr val="accent3">
            <a:hueOff val="-8319432"/>
            <a:satOff val="70512"/>
            <a:lumOff val="70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latin typeface="Segoe UI Semilight" panose="020B0402040204020203" pitchFamily="34" charset="0"/>
              <a:cs typeface="Segoe UI Semilight" panose="020B0402040204020203" pitchFamily="34" charset="0"/>
            </a:rPr>
            <a:t>Insights</a:t>
          </a:r>
          <a:endParaRPr lang="en-GB" sz="1000" b="1" kern="1200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sp:txBody>
      <dsp:txXfrm>
        <a:off x="6558439" y="1813242"/>
        <a:ext cx="837247" cy="558165"/>
      </dsp:txXfrm>
    </dsp:sp>
    <dsp:sp modelId="{DE91370D-8455-480F-AA6C-85706724826B}">
      <dsp:nvSpPr>
        <dsp:cNvPr id="0" name=""/>
        <dsp:cNvSpPr/>
      </dsp:nvSpPr>
      <dsp:spPr>
        <a:xfrm>
          <a:off x="7535227" y="1813242"/>
          <a:ext cx="1395412" cy="558165"/>
        </a:xfrm>
        <a:prstGeom prst="chevron">
          <a:avLst/>
        </a:prstGeom>
        <a:solidFill>
          <a:schemeClr val="accent3">
            <a:hueOff val="-9983318"/>
            <a:satOff val="84615"/>
            <a:lumOff val="8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kern="1200" dirty="0">
              <a:latin typeface="Segoe UI Semilight" panose="020B0402040204020203" pitchFamily="34" charset="0"/>
              <a:cs typeface="Segoe UI Semilight" panose="020B0402040204020203" pitchFamily="34" charset="0"/>
            </a:rPr>
            <a:t>Actions</a:t>
          </a:r>
          <a:endParaRPr lang="en-GB" sz="1000" b="1" kern="1200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sp:txBody>
      <dsp:txXfrm>
        <a:off x="7814310" y="1813242"/>
        <a:ext cx="837247" cy="5581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A20E17-75DC-499E-B9F9-5348106DD060}">
      <dsp:nvSpPr>
        <dsp:cNvPr id="0" name=""/>
        <dsp:cNvSpPr/>
      </dsp:nvSpPr>
      <dsp:spPr>
        <a:xfrm>
          <a:off x="2138791" y="0"/>
          <a:ext cx="1431018" cy="1431235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rgbClr val="004D4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ADCE60-AC2A-418C-9043-A6B69450E04B}">
      <dsp:nvSpPr>
        <dsp:cNvPr id="0" name=""/>
        <dsp:cNvSpPr/>
      </dsp:nvSpPr>
      <dsp:spPr>
        <a:xfrm>
          <a:off x="2455093" y="516719"/>
          <a:ext cx="795189" cy="39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latin typeface="Segoe UI Semilight" panose="020B0402040204020203" pitchFamily="34" charset="0"/>
              <a:cs typeface="Segoe UI Semilight" panose="020B0402040204020203" pitchFamily="34" charset="0"/>
            </a:rPr>
            <a:t>ERP</a:t>
          </a:r>
          <a:endParaRPr lang="en-GB" sz="1600" b="1" kern="1200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sp:txBody>
      <dsp:txXfrm>
        <a:off x="2455093" y="516719"/>
        <a:ext cx="795189" cy="397499"/>
      </dsp:txXfrm>
    </dsp:sp>
    <dsp:sp modelId="{D37EB631-FB15-4C20-8E0A-9DA3A7C9E769}">
      <dsp:nvSpPr>
        <dsp:cNvPr id="0" name=""/>
        <dsp:cNvSpPr/>
      </dsp:nvSpPr>
      <dsp:spPr>
        <a:xfrm>
          <a:off x="1741330" y="822351"/>
          <a:ext cx="1431018" cy="1431235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rgbClr val="004D4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880D48-EA99-438D-AEB4-30A153D119E7}">
      <dsp:nvSpPr>
        <dsp:cNvPr id="0" name=""/>
        <dsp:cNvSpPr/>
      </dsp:nvSpPr>
      <dsp:spPr>
        <a:xfrm>
          <a:off x="2059245" y="1343827"/>
          <a:ext cx="795189" cy="39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latin typeface="Segoe UI Semilight" panose="020B0402040204020203" pitchFamily="34" charset="0"/>
              <a:cs typeface="Segoe UI Semilight" panose="020B0402040204020203" pitchFamily="34" charset="0"/>
            </a:rPr>
            <a:t>LIAISON</a:t>
          </a:r>
          <a:endParaRPr lang="en-GB" sz="1600" b="1" kern="1200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sp:txBody>
      <dsp:txXfrm>
        <a:off x="2059245" y="1343827"/>
        <a:ext cx="795189" cy="397499"/>
      </dsp:txXfrm>
    </dsp:sp>
    <dsp:sp modelId="{4D4FF3A8-32C4-4E28-A0C8-B3314A113EA2}">
      <dsp:nvSpPr>
        <dsp:cNvPr id="0" name=""/>
        <dsp:cNvSpPr/>
      </dsp:nvSpPr>
      <dsp:spPr>
        <a:xfrm>
          <a:off x="2240641" y="1743110"/>
          <a:ext cx="1229466" cy="1229959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rgbClr val="004D4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C29B6A-0031-4BE1-8D88-28C350022701}">
      <dsp:nvSpPr>
        <dsp:cNvPr id="0" name=""/>
        <dsp:cNvSpPr/>
      </dsp:nvSpPr>
      <dsp:spPr>
        <a:xfrm>
          <a:off x="2456974" y="2172124"/>
          <a:ext cx="795189" cy="397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latin typeface="Segoe UI Semilight" panose="020B0402040204020203" pitchFamily="34" charset="0"/>
              <a:cs typeface="Segoe UI Semilight" panose="020B0402040204020203" pitchFamily="34" charset="0"/>
            </a:rPr>
            <a:t>WEB</a:t>
          </a:r>
          <a:endParaRPr lang="en-GB" sz="1600" b="1" kern="1200" dirty="0">
            <a:latin typeface="Segoe UI Semilight" panose="020B0402040204020203" pitchFamily="34" charset="0"/>
            <a:cs typeface="Segoe UI Semilight" panose="020B0402040204020203" pitchFamily="34" charset="0"/>
          </a:endParaRPr>
        </a:p>
      </dsp:txBody>
      <dsp:txXfrm>
        <a:off x="2456974" y="2172124"/>
        <a:ext cx="795189" cy="3974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EAD11ABD-4883-BCBA-FCE0-DF96C6E66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545E715B-5143-6676-8153-646893F406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B890DFD7-3F27-7FFB-D881-C2AABD1AAB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90576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2E027787-016A-BDC6-FA2C-7A5F352FF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1AE0D48D-765D-1A05-1C82-61A6636739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6E05C88A-CA5D-EC69-6261-6FB0D68FB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9276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3E2EB644-93CE-17FD-1F2A-B2BAB7F3D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091ADEB4-6DF4-39F1-4347-DB356AC8BF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C88FC017-0FDA-9259-0639-6365398335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5808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D5299566-E1A8-1023-9B73-ACDF8A10A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>
            <a:extLst>
              <a:ext uri="{FF2B5EF4-FFF2-40B4-BE49-F238E27FC236}">
                <a16:creationId xmlns:a16="http://schemas.microsoft.com/office/drawing/2014/main" id="{3E9BFC79-6EBD-B1AB-D992-279103B1D5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>
            <a:extLst>
              <a:ext uri="{FF2B5EF4-FFF2-40B4-BE49-F238E27FC236}">
                <a16:creationId xmlns:a16="http://schemas.microsoft.com/office/drawing/2014/main" id="{7F803AE0-1064-D967-C092-18D963812F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0180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6F99F828-A929-337F-66A7-25C21B6E5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4E161B2E-0D77-1EBD-709E-321C88E396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C192ECF0-38DC-19A7-353C-A52B2A34E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661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7E302C69-EFB9-CA26-562A-8669E56F9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BFD5417D-7041-0CC3-D1EC-9A4FDB5CD9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2AAB144F-7521-0F78-18D2-0813146CA0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9924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26053FDF-90C8-A0B5-BA66-DAFC20C9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4ED8EAAE-F0A3-686D-8F07-F5E8460083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A9DA1908-007A-3FCD-B3FE-37C83372EB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27544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ABE2089B-C71D-8986-6E1C-359EB4C3F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29252D95-1341-0403-267D-3B0A4920FE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08EB0DC6-0F7D-6E64-885A-2B778A91FB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8812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99736C9-C390-945D-2D1B-DFC30255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83CBF798-654B-11CA-DB76-EE21914B55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B68DC94C-264A-232F-83C5-87FD7EF980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499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users/janjf93-3084263/?utm_source=link-attribution&amp;utm_medium=referral&amp;utm_campaign=image&amp;utm_content=169963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pixabay.com/fr/?utm_source=link-attribution&amp;utm_medium=referral&amp;utm_campaign=image&amp;utm_content=1699630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users/clker-free-vector-images-3736/?utm_source=link-attribution&amp;utm_medium=referral&amp;utm_campaign=image&amp;utm_content=2904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pixabay.com/fr/?utm_source=link-attribution&amp;utm_medium=referral&amp;utm_campaign=image&amp;utm_content=29040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users/openclipart-vectors-30363/?utm_source=link-attribution&amp;utm_medium=referral&amp;utm_campaign=image&amp;utm_content=149881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hyperlink" Target="https://pixabay.com/fr/?utm_source=link-attribution&amp;utm_medium=referral&amp;utm_campaign=image&amp;utm_content=14988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55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Optimisez la gestion des données d’une boutique avec Python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Sophie KIM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Analyst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26/06/2025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Les différentes étapes</a:t>
            </a:r>
            <a:endParaRPr sz="2500" b="0" i="0" u="none" strike="noStrike" cap="none" dirty="0">
              <a:solidFill>
                <a:srgbClr val="F3F3F3"/>
              </a:solidFill>
              <a:latin typeface="Segoe UI Semilight" panose="020B0402040204020203" pitchFamily="34" charset="0"/>
              <a:ea typeface="Montserrat"/>
              <a:cs typeface="Segoe UI Semilight" panose="020B0402040204020203" pitchFamily="34" charset="0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1B294EF3-A1AB-E4EB-E7BF-D9A84D9253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7843198"/>
              </p:ext>
            </p:extLst>
          </p:nvPr>
        </p:nvGraphicFramePr>
        <p:xfrm>
          <a:off x="106680" y="762645"/>
          <a:ext cx="8930640" cy="4184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4B00BCE1-7B95-2788-AD03-F876F63D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CAA6BB47-2147-1EE5-10EE-33C2125D0B8E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D49FD2BD-8704-C93B-AE14-FC1451A44701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Les datasets </a:t>
            </a:r>
            <a:endParaRPr sz="2500" b="0" i="0" u="none" strike="noStrike" cap="none" dirty="0">
              <a:solidFill>
                <a:srgbClr val="F3F3F3"/>
              </a:solidFill>
              <a:latin typeface="Segoe UI Semilight" panose="020B0402040204020203" pitchFamily="34" charset="0"/>
              <a:ea typeface="Montserrat"/>
              <a:cs typeface="Segoe UI Semilight" panose="020B0402040204020203" pitchFamily="34" charset="0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03A424A5-31E4-C5E9-28A6-333B32F69E44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B5E200C-9333-B656-9984-7B7ADB904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3600" y="4619575"/>
            <a:ext cx="8161740" cy="4719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Image par </a:t>
            </a:r>
            <a:r>
              <a:rPr lang="fr-F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Jan</a:t>
            </a:r>
            <a:r>
              <a:rPr 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fr-FR" sz="12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en-GB" sz="1200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16B798A-D200-2A57-B6EC-C3B09CCF98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525" y="1958791"/>
            <a:ext cx="1878330" cy="187833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4D1E31C-722D-E5BF-D552-EB050F7F6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145" y="1958791"/>
            <a:ext cx="1878330" cy="187833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DE8A439-998D-B7F8-E9D4-0A83D13D7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0335" y="1958791"/>
            <a:ext cx="1878330" cy="187833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1E99703-4461-9777-8EDD-6C9D499BD185}"/>
              </a:ext>
            </a:extLst>
          </p:cNvPr>
          <p:cNvSpPr txBox="1"/>
          <p:nvPr/>
        </p:nvSpPr>
        <p:spPr>
          <a:xfrm>
            <a:off x="895525" y="2773680"/>
            <a:ext cx="1761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ERP</a:t>
            </a:r>
            <a:endParaRPr lang="en-GB" sz="16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D6BED1A-D9B0-B945-4176-991800146F55}"/>
              </a:ext>
            </a:extLst>
          </p:cNvPr>
          <p:cNvSpPr txBox="1"/>
          <p:nvPr/>
        </p:nvSpPr>
        <p:spPr>
          <a:xfrm>
            <a:off x="6370145" y="2775637"/>
            <a:ext cx="1761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LIAISON</a:t>
            </a:r>
            <a:endParaRPr lang="en-GB" sz="16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84E77DA-6BAB-E447-AE18-73FAEE603542}"/>
              </a:ext>
            </a:extLst>
          </p:cNvPr>
          <p:cNvSpPr txBox="1"/>
          <p:nvPr/>
        </p:nvSpPr>
        <p:spPr>
          <a:xfrm>
            <a:off x="3690335" y="2773680"/>
            <a:ext cx="1761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WEB</a:t>
            </a:r>
            <a:endParaRPr lang="en-GB" sz="16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419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9E4C2D4C-0D34-837D-7710-27622B8A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B50E7428-6AE1-1EAA-5CA5-C5F988E7FDEA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F6E6C944-DD6B-F0D2-F01A-0B701AD2404A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Les </a:t>
            </a:r>
            <a:r>
              <a:rPr lang="fr" sz="2500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nalyses 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</a:t>
            </a:r>
            <a:r>
              <a:rPr lang="fr" sz="2500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Segoe UI Semilight" panose="020B0402040204020203" pitchFamily="34" charset="0"/>
              <a:ea typeface="Montserrat"/>
              <a:cs typeface="Segoe UI Semilight" panose="020B0402040204020203" pitchFamily="34" charset="0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76DAA38E-281F-BAE0-8437-D14A1B85925C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FD343F-9E27-9D6E-1BBB-C8045B219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4727167"/>
            <a:ext cx="8520600" cy="41633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Image par </a:t>
            </a:r>
            <a:r>
              <a:rPr lang="fr-FR" sz="12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Clker</a:t>
            </a:r>
            <a:r>
              <a:rPr lang="fr-F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-Free-</a:t>
            </a:r>
            <a:r>
              <a:rPr lang="fr-FR" sz="12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Vector</a:t>
            </a:r>
            <a:r>
              <a:rPr lang="fr-FR" sz="12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-Images</a:t>
            </a:r>
            <a:r>
              <a:rPr 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 de </a:t>
            </a:r>
            <a:r>
              <a:rPr lang="fr-FR" sz="1200" u="sng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en-GB" sz="1200" dirty="0">
              <a:solidFill>
                <a:schemeClr val="tx1">
                  <a:lumMod val="75000"/>
                  <a:lumOff val="25000"/>
                </a:schemeClr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5B4D351-8E9C-B81C-BCD4-84044E8284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7300" y="1493648"/>
            <a:ext cx="3289400" cy="313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828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6D3DE2EF-FF0F-DA88-E527-EA9EBCDAD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0C710421-3392-B8FA-DF93-880FB7FDE427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D96F8DE2-AF21-62FD-1D93-0DD7EEC50A9C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Les </a:t>
            </a:r>
            <a:r>
              <a:rPr lang="fr" sz="2500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nalyses 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</a:t>
            </a:r>
            <a:r>
              <a:rPr lang="fr" sz="2500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Segoe UI Semilight" panose="020B0402040204020203" pitchFamily="34" charset="0"/>
              <a:ea typeface="Montserrat"/>
              <a:cs typeface="Segoe UI Semilight" panose="020B0402040204020203" pitchFamily="34" charset="0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14509AF3-9AA6-17C8-FD51-679A7694512D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0D5E4DE-1B54-02AE-3122-17315B4D9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533" y="1528700"/>
            <a:ext cx="2156933" cy="341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44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40B81D34-6BBE-24F4-8309-00E2BEAB6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>
            <a:extLst>
              <a:ext uri="{FF2B5EF4-FFF2-40B4-BE49-F238E27FC236}">
                <a16:creationId xmlns:a16="http://schemas.microsoft.com/office/drawing/2014/main" id="{249E96E7-015C-2EA3-137E-CA615320253D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>
            <a:extLst>
              <a:ext uri="{FF2B5EF4-FFF2-40B4-BE49-F238E27FC236}">
                <a16:creationId xmlns:a16="http://schemas.microsoft.com/office/drawing/2014/main" id="{80D53C67-4AEA-A8E0-0BCD-7FA5837F988B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La gestion des incohérences </a:t>
            </a:r>
            <a:endParaRPr sz="2500" b="0" i="0" u="none" strike="noStrike" cap="none" dirty="0">
              <a:solidFill>
                <a:srgbClr val="F3F3F3"/>
              </a:solidFill>
              <a:latin typeface="Segoe UI Semilight" panose="020B0402040204020203" pitchFamily="34" charset="0"/>
              <a:ea typeface="Montserrat"/>
              <a:cs typeface="Segoe UI Semilight" panose="020B0402040204020203" pitchFamily="34" charset="0"/>
              <a:sym typeface="Montserrat"/>
            </a:endParaRPr>
          </a:p>
        </p:txBody>
      </p:sp>
      <p:sp>
        <p:nvSpPr>
          <p:cNvPr id="66" name="Google Shape;66;p4">
            <a:extLst>
              <a:ext uri="{FF2B5EF4-FFF2-40B4-BE49-F238E27FC236}">
                <a16:creationId xmlns:a16="http://schemas.microsoft.com/office/drawing/2014/main" id="{CC90C64B-3109-3B13-F700-0589CB15E9CC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BB835BA-3812-55EB-38CA-FB38B906C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937" y="1727450"/>
            <a:ext cx="5272741" cy="323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61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</a:rPr>
              <a:t>La fusion des tables</a:t>
            </a:r>
            <a:endParaRPr sz="2500" b="0" i="0" u="none" strike="noStrike" cap="none" dirty="0">
              <a:solidFill>
                <a:srgbClr val="F3F3F3"/>
              </a:solidFill>
              <a:latin typeface="Segoe UI Semilight" panose="020B0402040204020203" pitchFamily="34" charset="0"/>
              <a:ea typeface="Montserrat"/>
              <a:cs typeface="Segoe UI Semilight" panose="020B0402040204020203" pitchFamily="34" charset="0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5B0F0364-CE95-9AD4-256F-8817F2791F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9772870"/>
              </p:ext>
            </p:extLst>
          </p:nvPr>
        </p:nvGraphicFramePr>
        <p:xfrm>
          <a:off x="1851660" y="1727450"/>
          <a:ext cx="5311140" cy="29730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</a:rPr>
              <a:t>36 outliers au-delà des 83,35€</a:t>
            </a:r>
            <a:endParaRPr sz="2500" b="0" i="0" u="none" strike="noStrike" cap="none" dirty="0">
              <a:solidFill>
                <a:srgbClr val="F3F3F3"/>
              </a:solidFill>
              <a:latin typeface="Segoe UI Semilight" panose="020B0402040204020203" pitchFamily="34" charset="0"/>
              <a:ea typeface="Montserrat"/>
              <a:cs typeface="Segoe UI Semilight" panose="020B0402040204020203" pitchFamily="34" charset="0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BBDAAE3-90E8-D49E-02A7-326B34E00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1" y="1748393"/>
            <a:ext cx="8978978" cy="3057857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99A743A7-3D3D-80C4-663B-5B10943CD509}"/>
              </a:ext>
            </a:extLst>
          </p:cNvPr>
          <p:cNvSpPr/>
          <p:nvPr/>
        </p:nvSpPr>
        <p:spPr>
          <a:xfrm>
            <a:off x="3512820" y="2880360"/>
            <a:ext cx="5227320" cy="5638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1C7A8BB-BFC5-2DC6-89D8-70F685DEA379}"/>
              </a:ext>
            </a:extLst>
          </p:cNvPr>
          <p:cNvSpPr txBox="1"/>
          <p:nvPr/>
        </p:nvSpPr>
        <p:spPr>
          <a:xfrm>
            <a:off x="1924050" y="1786920"/>
            <a:ext cx="55960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b="1" dirty="0">
                <a:solidFill>
                  <a:srgbClr val="004D4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80 % </a:t>
            </a:r>
            <a:endParaRPr lang="en-GB" sz="9600" b="1" dirty="0">
              <a:solidFill>
                <a:srgbClr val="004D4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8149A81-681B-F8F3-6FD2-9DF625FF1D4F}"/>
              </a:ext>
            </a:extLst>
          </p:cNvPr>
          <p:cNvSpPr txBox="1"/>
          <p:nvPr/>
        </p:nvSpPr>
        <p:spPr>
          <a:xfrm>
            <a:off x="1487362" y="3639430"/>
            <a:ext cx="6469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004D4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du CA est généré par 433 articles</a:t>
            </a:r>
            <a:r>
              <a:rPr lang="en-GB" dirty="0">
                <a:solidFill>
                  <a:srgbClr val="004D4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,</a:t>
            </a:r>
          </a:p>
          <a:p>
            <a:pPr algn="ctr"/>
            <a:r>
              <a:rPr lang="en-GB" dirty="0" err="1">
                <a:solidFill>
                  <a:srgbClr val="004D4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soit</a:t>
            </a:r>
            <a:r>
              <a:rPr lang="en-GB" dirty="0">
                <a:solidFill>
                  <a:srgbClr val="004D4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 61% du catalogue web</a:t>
            </a:r>
            <a:endParaRPr lang="fr-FR" dirty="0">
              <a:solidFill>
                <a:srgbClr val="004D40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4001B610-4D02-DDF9-CD21-40FA083F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004702A7-64CF-E6D8-04A2-62B653B79B76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744FAB89-E605-1768-3C44-DAA53602FABB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Montserrat"/>
              </a:rPr>
              <a:t>Une répartition du chiffre d’affaires équitable</a:t>
            </a:r>
            <a:endParaRPr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079A6A17-D0AE-41B4-E4B3-2E5C13F495A0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62FF732-29BB-1EC7-E91D-5997B0402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525" y="1575407"/>
            <a:ext cx="6713220" cy="356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56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FC345EB4-E3A5-1EA1-90E1-F8DFA1EB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83F214D8-8258-1E80-9765-40C40E713710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5D12C5A3-7C23-4872-6441-B3198133E393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Montserrat"/>
              </a:rPr>
              <a:t>Un produit avec près de 2500€ de CA</a:t>
            </a:r>
            <a:endParaRPr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5EA3BE3C-95E5-6D54-79AC-A4197AC65F04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52A581F-16AF-0D2A-5159-08DDE6789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1917"/>
            <a:ext cx="9144000" cy="311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24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5A37898C-449D-5CB4-5C9F-37DE3221D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27E1F1AE-939E-3A46-B7D2-79D55A6C788E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E0F66255-0E7C-B890-6430-379A135654EE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Montserrat"/>
              </a:rPr>
              <a:t>Des taux de marge moyen du simple au double</a:t>
            </a:r>
            <a:endParaRPr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2D781514-7553-1632-64AC-09CA595DC071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01C897D-045A-2E56-9D31-8E9A713B7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897" y="1727450"/>
            <a:ext cx="6794205" cy="288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43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6AC9F77A-FF17-28E1-57FC-7A891116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1E3CC6C9-70E3-FB28-5BC7-93B71C58AACD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AE989FEC-D65B-D46C-E64B-57F0146F5894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Segoe UI Semilight" panose="020B0402040204020203" pitchFamily="34" charset="0"/>
                <a:cs typeface="Segoe UI Semilight" panose="020B0402040204020203" pitchFamily="34" charset="0"/>
                <a:sym typeface="Montserrat"/>
              </a:rPr>
              <a:t>Peu de corrélation entre les éléments</a:t>
            </a:r>
            <a:endParaRPr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87860BA5-C797-B24D-7BC5-D1B3A8AB9ACB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61FB25B-0E35-6704-C132-0823C53D3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525" y="1742285"/>
            <a:ext cx="6400800" cy="261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72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</a:rPr>
              <a:t>Les actions pour la suite</a:t>
            </a:r>
            <a:endParaRPr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i="1" dirty="0">
              <a:solidFill>
                <a:srgbClr val="004D40"/>
              </a:solidFill>
              <a:latin typeface="Segoe UI Semilight" panose="020B0402040204020203" pitchFamily="34" charset="0"/>
              <a:ea typeface="Montserrat"/>
              <a:cs typeface="Segoe UI Semilight" panose="020B0402040204020203" pitchFamily="34" charset="0"/>
              <a:sym typeface="Montserrat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i="1" dirty="0">
                <a:solidFill>
                  <a:srgbClr val="004D40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</a:rPr>
              <a:t> Statuer pour uniformiser la qualité et la gestion des données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i="1" dirty="0">
              <a:solidFill>
                <a:srgbClr val="004D40"/>
              </a:solidFill>
              <a:latin typeface="Segoe UI Semilight" panose="020B0402040204020203" pitchFamily="34" charset="0"/>
              <a:ea typeface="Montserrat"/>
              <a:cs typeface="Segoe UI Semilight" panose="020B0402040204020203" pitchFamily="34" charset="0"/>
              <a:sym typeface="Montserrat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i="1" dirty="0">
                <a:solidFill>
                  <a:srgbClr val="004D40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</a:rPr>
              <a:t>Un produit qui reste en stock est un produit qui n’est pas vendu </a:t>
            </a:r>
            <a:endParaRPr i="1" dirty="0">
              <a:solidFill>
                <a:srgbClr val="004D40"/>
              </a:solidFill>
              <a:latin typeface="Segoe UI Semilight" panose="020B0402040204020203" pitchFamily="34" charset="0"/>
              <a:ea typeface="Montserrat"/>
              <a:cs typeface="Segoe UI Semilight" panose="020B0402040204020203" pitchFamily="34" charset="0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</a:rPr>
              <a:t>Point sur les compétences apprises</a:t>
            </a:r>
            <a:endParaRPr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lang="fr" i="1" dirty="0">
              <a:solidFill>
                <a:srgbClr val="004D40"/>
              </a:solidFill>
              <a:latin typeface="Segoe UI Semilight" panose="020B0402040204020203" pitchFamily="34" charset="0"/>
              <a:ea typeface="Montserrat"/>
              <a:cs typeface="Segoe UI Semilight" panose="020B0402040204020203" pitchFamily="34" charset="0"/>
              <a:sym typeface="Montserra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004D40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</a:rPr>
              <a:t>Qu’est-ce qui s’est bien passé pour vous dans ce travail de nettoyage ?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i="1" dirty="0">
              <a:solidFill>
                <a:srgbClr val="004D40"/>
              </a:solidFill>
              <a:latin typeface="Segoe UI Semilight" panose="020B0402040204020203" pitchFamily="34" charset="0"/>
              <a:ea typeface="Montserrat"/>
              <a:cs typeface="Segoe UI Semilight" panose="020B0402040204020203" pitchFamily="34" charset="0"/>
              <a:sym typeface="Montserra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004D40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</a:rPr>
              <a:t>Qu’est-ce que vous avez trouvé le plus difficile ?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endParaRPr i="1" dirty="0">
              <a:solidFill>
                <a:srgbClr val="004D40"/>
              </a:solidFill>
              <a:latin typeface="Segoe UI Semilight" panose="020B0402040204020203" pitchFamily="34" charset="0"/>
              <a:ea typeface="Montserrat"/>
              <a:cs typeface="Segoe UI Semilight" panose="020B0402040204020203" pitchFamily="34" charset="0"/>
              <a:sym typeface="Montserra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004D40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</a:rPr>
              <a:t>Sur quelles tâches est-ce que vous pensez avoir besoin de plus d'entraînement ?</a:t>
            </a:r>
            <a:endParaRPr i="1" dirty="0">
              <a:solidFill>
                <a:srgbClr val="004D40"/>
              </a:solidFill>
              <a:latin typeface="Segoe UI Semilight" panose="020B0402040204020203" pitchFamily="34" charset="0"/>
              <a:ea typeface="Montserrat"/>
              <a:cs typeface="Segoe UI Semilight" panose="020B0402040204020203" pitchFamily="34" charset="0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9EDCE69-2C27-20AB-18B5-86302CC20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90CB4E8A-C960-F097-AC89-132C0B114CF1}"/>
              </a:ext>
            </a:extLst>
          </p:cNvPr>
          <p:cNvSpPr txBox="1"/>
          <p:nvPr/>
        </p:nvSpPr>
        <p:spPr>
          <a:xfrm>
            <a:off x="208257" y="4808868"/>
            <a:ext cx="6257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 par </a:t>
            </a:r>
            <a:r>
              <a:rPr lang="fr-FR" u="sng" dirty="0" err="1">
                <a:solidFill>
                  <a:schemeClr val="tx1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OpenClipart-Vectors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de </a:t>
            </a:r>
            <a:r>
              <a:rPr lang="fr-FR" u="sng" dirty="0" err="1">
                <a:solidFill>
                  <a:schemeClr val="tx1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Pixabay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9B5132F-8D10-11C8-6377-D9C175FC31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397" y="550311"/>
            <a:ext cx="2021439" cy="4042878"/>
          </a:xfrm>
          <a:prstGeom prst="rect">
            <a:avLst/>
          </a:prstGeom>
        </p:spPr>
      </p:pic>
      <p:sp>
        <p:nvSpPr>
          <p:cNvPr id="55" name="Google Shape;55;p1">
            <a:extLst>
              <a:ext uri="{FF2B5EF4-FFF2-40B4-BE49-F238E27FC236}">
                <a16:creationId xmlns:a16="http://schemas.microsoft.com/office/drawing/2014/main" id="{64A7CA98-C027-5AE1-81C4-2325C4800048}"/>
              </a:ext>
            </a:extLst>
          </p:cNvPr>
          <p:cNvSpPr txBox="1"/>
          <p:nvPr/>
        </p:nvSpPr>
        <p:spPr>
          <a:xfrm>
            <a:off x="2842781" y="2697480"/>
            <a:ext cx="3622670" cy="541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dirty="0">
                <a:solidFill>
                  <a:srgbClr val="004D40"/>
                </a:solidFill>
                <a:latin typeface="Segoe UI Semilight" panose="020B0402040204020203" pitchFamily="34" charset="0"/>
                <a:ea typeface="Montserrat"/>
                <a:cs typeface="Segoe UI Semilight" panose="020B0402040204020203" pitchFamily="34" charset="0"/>
                <a:sym typeface="Montserrat"/>
              </a:rPr>
              <a:t>MERCI*</a:t>
            </a:r>
            <a:endParaRPr sz="2800" b="0" i="0" u="none" strike="noStrike" cap="none" dirty="0">
              <a:solidFill>
                <a:srgbClr val="004D40"/>
              </a:solidFill>
              <a:latin typeface="Segoe UI Semilight" panose="020B0402040204020203" pitchFamily="34" charset="0"/>
              <a:ea typeface="Montserrat"/>
              <a:cs typeface="Segoe UI Semilight" panose="020B0402040204020203" pitchFamily="34" charset="0"/>
              <a:sym typeface="Montserra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263609F-01E1-6C7A-279F-656F5651AA82}"/>
              </a:ext>
            </a:extLst>
          </p:cNvPr>
          <p:cNvSpPr txBox="1"/>
          <p:nvPr/>
        </p:nvSpPr>
        <p:spPr>
          <a:xfrm>
            <a:off x="5390516" y="4239363"/>
            <a:ext cx="3753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*L’ABUS D’ALCOOL EST DANGEREUX POUR LA SANTE, A CONSOMMER AVEC MODERATION.</a:t>
            </a:r>
            <a:endParaRPr lang="en-GB" sz="12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86221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210</Words>
  <Application>Microsoft Office PowerPoint</Application>
  <PresentationFormat>Affichage à l'écran (16:9)</PresentationFormat>
  <Paragraphs>48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Segoe UI Semilight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Sophie</dc:creator>
  <cp:lastModifiedBy>SOPHIE KIM</cp:lastModifiedBy>
  <cp:revision>16</cp:revision>
  <dcterms:modified xsi:type="dcterms:W3CDTF">2025-06-26T08:39:46Z</dcterms:modified>
</cp:coreProperties>
</file>